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Microservices Platform (UMP)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Multi-Tenant App Factory</a:t>
            </a:r>
          </a:p>
          <a:p>
            <a:r>
              <a:t>Powering FitIt, Wissler, and Future Apps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Services (The 'Kernel')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Infrastructure: 25+ Dockerized Containers providing day-1 readiness.</a:t>
            </a:r>
          </a:p>
          <a:p>
            <a:pPr/>
            <a:r>
              <a:t>Identity Provider (Auth API): Centralized JWT, Social Login (Google, Microsoft, Facebook, Apple).</a:t>
            </a:r>
          </a:p>
          <a:p>
            <a:pPr/>
            <a:r>
              <a:t>Payment Engine: Unified multi-tenant gateway (Stripe, PayPal).</a:t>
            </a:r>
          </a:p>
          <a:p>
            <a:pPr/>
            <a:r>
              <a:t>Notification Hub: SignalR, SMS, Email dispatcher.</a:t>
            </a:r>
          </a:p>
          <a:p>
            <a:pPr/>
            <a:r>
              <a:t>File System (Media API): S3-compatible storage.</a:t>
            </a:r>
          </a:p>
          <a:p>
            <a:pPr/>
            <a:r>
              <a:t>Search &amp; Geo: Global text search and location indexing.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Configuration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SMS/SMTP: Single Global Pipeline (High Reputation Sender).</a:t>
            </a:r>
          </a:p>
          <a:p>
            <a:pPr/>
            <a:r>
              <a:t>Social Login: Multi-Tenant Config (Toggle per App).</a:t>
            </a:r>
          </a:p>
          <a:p>
            <a:pPr/>
            <a:r>
              <a:t>Payments: Multi-Tenant Config (Isolated Revenue Streams).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A: FitIt (Fitness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Concept: Workout &amp; Gym Discovery Platform.</a:t>
            </a:r>
          </a:p>
          <a:p>
            <a:pPr/>
            <a:r>
              <a:t>Key Microservices Used:</a:t>
            </a:r>
          </a:p>
          <a:p>
            <a:pPr/>
            <a:r>
              <a:t>- Media API: Heavy usage for Workout Video streaming.</a:t>
            </a:r>
          </a:p>
          <a:p>
            <a:pPr/>
            <a:r>
              <a:t>- Geo API: Location-based Gym finders.</a:t>
            </a:r>
          </a:p>
          <a:p>
            <a:pPr/>
            <a:r>
              <a:t>- Subscriptions: Monthly recurring billing.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B: Wissler (Dating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Concept: Tinder-style matchmaking application.</a:t>
            </a:r>
          </a:p>
          <a:p>
            <a:pPr/>
            <a:r>
              <a:t>Key Microservices Used:</a:t>
            </a:r>
          </a:p>
          <a:p>
            <a:pPr/>
            <a:r>
              <a:t>- Geo API: Real-time 'People Nearby' queries.</a:t>
            </a:r>
          </a:p>
          <a:p>
            <a:pPr/>
            <a:r>
              <a:t>- Chat API: Heavy real-time messaging (MongoDB + SignalR).</a:t>
            </a:r>
          </a:p>
          <a:p>
            <a:pPr/>
            <a:r>
              <a:t>- Recommendation API: Matching algorithms.</a:t>
            </a:r>
          </a:p>
          <a:p>
            <a:pPr/>
            <a:r>
              <a:t>- Identity: Strict eKYC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Adding eKYC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Scenario: Add Identity Verification for Fintech/Dating apps.</a:t>
            </a:r>
          </a:p>
          <a:p>
            <a:pPr/>
            <a:r>
              <a:t>Implementation:</a:t>
            </a:r>
          </a:p>
          <a:p>
            <a:pPr/>
            <a:r>
              <a:t>1. Create Verification.API microservice.</a:t>
            </a:r>
          </a:p>
          <a:p>
            <a:pPr/>
            <a:r>
              <a:t>2. Listen for 'UserRegistered' events via RabbitMQ.</a:t>
            </a:r>
          </a:p>
          <a:p>
            <a:pPr/>
            <a:r>
              <a:t>3. Store documents in secure 'VerificationDb'.</a:t>
            </a:r>
          </a:p>
          <a:p>
            <a:pPr/>
            <a:r>
              <a:t>4. Process via 3rd party (Onfido/SumSub).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Backend: .NET 8, Entity Framework Core.</a:t>
            </a:r>
          </a:p>
          <a:p>
            <a:pPr/>
            <a:r>
              <a:t>Frontend: React 19, Tailwind CSS, Shadcn/UI.</a:t>
            </a:r>
          </a:p>
          <a:p>
            <a:pPr/>
            <a:r>
              <a:t>Deployment: Docker Compose (Dev), Kubernetes (Prod).</a:t>
            </a:r>
          </a:p>
          <a:p>
            <a:pPr/>
            <a:r>
              <a:t>Observability: Seq (Logs), HealthChecks UI.</a:t>
            </a:r>
          </a:p>
          <a:p>
            <a:pPr/>
            <a:r>
              <a:t>Gateway: YARP (Reverse Proxy) + MassTransit (Event Bus).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URLs &amp;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Global Admin: http://localhost:3000 (admin@globaldashboard.com / Password123!)</a:t>
            </a:r>
          </a:p>
          <a:p>
            <a:pPr/>
            <a:r>
              <a:t>FitIt Admin: http://localhost:3001 (admin@fitit.com / Password123!)</a:t>
            </a:r>
          </a:p>
          <a:p>
            <a:pPr/>
            <a:r>
              <a:t>Wissler Admin: http://localhost:3002 (admin@wissler.com / Password123!)</a:t>
            </a:r>
          </a:p>
          <a:p>
            <a:pPr/>
            <a:r>
              <a:t>Seq Logs: http://localhost:5341</a:t>
            </a:r>
          </a:p>
          <a:p>
            <a:pPr/>
            <a:r>
              <a:t>Auth API Swagger: http://localhost:5001/swagger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